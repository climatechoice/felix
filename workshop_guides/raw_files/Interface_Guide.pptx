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014"/>
    <a:srgbClr val="228B22"/>
    <a:srgbClr val="FFFFFF"/>
    <a:srgbClr val="FFA41D"/>
    <a:srgbClr val="00BFFF"/>
    <a:srgbClr val="FFD700"/>
    <a:srgbClr val="FF6347"/>
    <a:srgbClr val="996633"/>
    <a:srgbClr val="FF2525"/>
    <a:srgbClr val="FFD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1253" y="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A67D1-46B9-4BB2-BC8F-EBFE5910F4E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5CED4-3D25-4BE7-A042-8A8E3C2E3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2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5CED4-3D25-4BE7-A042-8A8E3C2E3C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7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A9D1-BCFC-EA8F-B7AA-9A37B112B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B6BFF-72C0-155E-DE7B-C49753991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ECFF0-61C3-8F65-8E52-F2A96C00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D6093-DB5A-E455-AE51-1D3F9768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6222A-6A0A-B7B3-059A-8D82FDE1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2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C8B3-4816-44C6-6127-7A85FF99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EF507-CE8D-7912-10FA-9E29002D8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5AA9F-3314-7320-0C26-FB3DAF22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9352B-5568-CC30-6310-F2E76EB5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46FE5-B69B-28B3-6CD7-1CC7A711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0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0924-9EE6-EE34-4C75-A32CF15A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D39B7-655E-7DFA-052F-2DC7F0C02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DCC17-218E-0277-16C4-DE1773F1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72A6-6E12-C9A8-0F55-7D1327A5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FC7FF-049E-181E-33BC-C1F9ED56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7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44886-1CA1-570F-D0E8-749D7491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B04CA-AEFF-EDBC-9822-A9DC66B08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5E377-B271-F19E-5E4F-F765F9CB3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AD9D2-2801-3862-5036-7E06944B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2019E-4CFE-5F66-2BCC-599C8EC4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609C7-B3ED-2249-7403-E5C3EF6D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8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CF3C-990A-7347-4B23-F0C15014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F7824-E68A-8B4F-F74E-753EF4A36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5EF6B-D435-3BA8-03C0-CF4B37F84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5A0181-C986-72F9-6839-46F68841E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99346-6BDA-4DA4-24A2-A58D5194A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243918-9E60-6B9C-9588-97B8FC22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446C1-A867-59DB-6C37-0D85382DA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D8E67-1601-4192-DA5B-4361496F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8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27F3-87C2-703F-8E64-8C3A5CB77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28BF9-0635-B99E-7116-65C8D97A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BE0A4-909E-91E1-A4DC-C2C1FF07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EBF74-F0C6-F1C9-723E-C484945A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6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9B592-F1FB-376E-F2C6-0F7839EF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6A304-19D7-A536-A2CC-CE618E8B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C495B-FA66-A617-0A07-680B80E0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0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FA01-41D4-9540-08F2-364264DCE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8E109-982A-D672-A24D-B3A2F856F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47228-87AA-3F54-B6D2-676ABBC10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5572A-1C37-151F-A33B-70469B0B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0F326-4AAD-C85E-B5A7-8E3E1CB5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0A4D2-0644-AB71-133D-E0CE3C23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D8E9-2029-BE81-F964-501F6738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0BCF9-5AA2-41C7-A671-9423C0834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DB049-ED28-815E-97FB-B36B44B7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5FE65-B125-7D0D-D5FB-F007FCB1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2356A-5E60-8DE5-B7E9-0BB0084B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01BBF-DE10-7630-0258-BF7B7222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8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0F193-F2AD-6AAF-AA34-62F4DB53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24909-CFB4-FFCB-ECAA-FF464EE4F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E52AF-FF82-7CBA-0F2C-8EF03823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9B25B-F395-6002-1692-B0A43A8A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B94B6-7B72-299F-5D53-262108EC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6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40773-27FD-816A-6DC0-00D05510C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75FB4-E7AA-7DC8-169E-F875E8FA3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0A56D-81B9-C797-032B-2A8FAF86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DA85C-A172-8FD6-1C1D-D7DAC833E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E9655-BCAF-C15B-9E60-D9C8833B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7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E863C-6FB5-F146-0F9F-436EA009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F8B41-CA3B-795D-7765-D10CE8574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3BBF3-A845-78A8-1F9E-694E71F3E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ADE9E-39F5-491D-9DF4-F53458D6522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81303-C849-8F8C-0221-49A13B186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8A584-36DD-E71E-4149-5E3A90748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C4916-2076-45C4-9EA1-495F7B8DD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1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7559-14B4-872C-A15E-70736CA35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75A1A2E-942C-510A-6126-444AE48A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" y="60812"/>
            <a:ext cx="12158502" cy="545410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30C823F-9041-D9FC-B8F9-1C1AB7D89AB0}"/>
              </a:ext>
            </a:extLst>
          </p:cNvPr>
          <p:cNvSpPr/>
          <p:nvPr/>
        </p:nvSpPr>
        <p:spPr>
          <a:xfrm>
            <a:off x="11262852" y="1495482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EF0B7D-651A-D2C7-EFCA-472B94B00143}"/>
              </a:ext>
            </a:extLst>
          </p:cNvPr>
          <p:cNvSpPr/>
          <p:nvPr/>
        </p:nvSpPr>
        <p:spPr>
          <a:xfrm>
            <a:off x="4247535" y="807884"/>
            <a:ext cx="2556388" cy="226141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485630-7C20-038D-4750-2469C362F08F}"/>
              </a:ext>
            </a:extLst>
          </p:cNvPr>
          <p:cNvSpPr/>
          <p:nvPr/>
        </p:nvSpPr>
        <p:spPr>
          <a:xfrm>
            <a:off x="5621632" y="1798906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ECE9E6-1D9A-F993-5027-310D51B88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543" y="2271695"/>
            <a:ext cx="2370341" cy="226141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5346D7-BDDC-5C5F-7A43-B917C142B8AA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1118578" y="1498306"/>
            <a:ext cx="1351965" cy="773389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02FE02-0BE2-8B8E-D3FC-14F96E9FC25D}"/>
              </a:ext>
            </a:extLst>
          </p:cNvPr>
          <p:cNvCxnSpPr>
            <a:cxnSpLocks/>
          </p:cNvCxnSpPr>
          <p:nvPr/>
        </p:nvCxnSpPr>
        <p:spPr>
          <a:xfrm>
            <a:off x="10584180" y="493592"/>
            <a:ext cx="732621" cy="102088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C61E04-1BCC-9B44-07C3-7953FA494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340158"/>
              </p:ext>
            </p:extLst>
          </p:nvPr>
        </p:nvGraphicFramePr>
        <p:xfrm>
          <a:off x="462280" y="5581120"/>
          <a:ext cx="11614351" cy="1160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0934">
                  <a:extLst>
                    <a:ext uri="{9D8B030D-6E8A-4147-A177-3AD203B41FA5}">
                      <a16:colId xmlns:a16="http://schemas.microsoft.com/office/drawing/2014/main" val="3893230125"/>
                    </a:ext>
                  </a:extLst>
                </a:gridCol>
                <a:gridCol w="2814066">
                  <a:extLst>
                    <a:ext uri="{9D8B030D-6E8A-4147-A177-3AD203B41FA5}">
                      <a16:colId xmlns:a16="http://schemas.microsoft.com/office/drawing/2014/main" val="1487996881"/>
                    </a:ext>
                  </a:extLst>
                </a:gridCol>
                <a:gridCol w="2918671">
                  <a:extLst>
                    <a:ext uri="{9D8B030D-6E8A-4147-A177-3AD203B41FA5}">
                      <a16:colId xmlns:a16="http://schemas.microsoft.com/office/drawing/2014/main" val="1064190356"/>
                    </a:ext>
                  </a:extLst>
                </a:gridCol>
                <a:gridCol w="2980680">
                  <a:extLst>
                    <a:ext uri="{9D8B030D-6E8A-4147-A177-3AD203B41FA5}">
                      <a16:colId xmlns:a16="http://schemas.microsoft.com/office/drawing/2014/main" val="3060223136"/>
                    </a:ext>
                  </a:extLst>
                </a:gridCol>
              </a:tblGrid>
              <a:tr h="27708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Input Features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Output Features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168219"/>
                  </a:ext>
                </a:extLst>
              </a:tr>
              <a:tr h="855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(1) Undo / Redo / Reset Scenario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/>
                        <a:t>(2) Copy / Paste Scenarios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/>
                        <a:t>(3) Scenario Summary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/>
                        <a:t>(4) Survey Function (Scenario Builder)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(5) Custom Inputs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/>
                        <a:t>(6) Mini Graph Preview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/>
                        <a:t>(7) Extended Descriptions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/>
                        <a:t>(8) Multi-/Single- Scenario Mode Toggle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(A) Reset Interface Configurations</a:t>
                      </a:r>
                    </a:p>
                    <a:p>
                      <a:r>
                        <a:rPr lang="en-US" sz="1200" dirty="0"/>
                        <a:t>(B) Reset Graphs</a:t>
                      </a:r>
                    </a:p>
                    <a:p>
                      <a:r>
                        <a:rPr lang="en-US" sz="1200" dirty="0"/>
                        <a:t>(C) Multi-graph Layouts</a:t>
                      </a:r>
                    </a:p>
                    <a:p>
                      <a:r>
                        <a:rPr lang="en-US" sz="1200" dirty="0"/>
                        <a:t>(D) Toggle Targets (Hide/Unhide)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(E) Year Settings (Range and X-Intercept)</a:t>
                      </a:r>
                    </a:p>
                    <a:p>
                      <a:r>
                        <a:rPr lang="en-US" sz="1200" dirty="0"/>
                        <a:t>(F) Graph Menu Selection</a:t>
                      </a:r>
                    </a:p>
                    <a:p>
                      <a:r>
                        <a:rPr lang="en-US" sz="1200" dirty="0"/>
                        <a:t>(G) Link from Graph to System Tab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371435"/>
                  </a:ext>
                </a:extLst>
              </a:tr>
            </a:tbl>
          </a:graphicData>
        </a:graphic>
      </p:graphicFrame>
      <p:sp>
        <p:nvSpPr>
          <p:cNvPr id="13" name="Oval 12">
            <a:extLst>
              <a:ext uri="{FF2B5EF4-FFF2-40B4-BE49-F238E27FC236}">
                <a16:creationId xmlns:a16="http://schemas.microsoft.com/office/drawing/2014/main" id="{8439A714-33D6-3511-5207-D165F98F6E75}"/>
              </a:ext>
            </a:extLst>
          </p:cNvPr>
          <p:cNvSpPr/>
          <p:nvPr/>
        </p:nvSpPr>
        <p:spPr>
          <a:xfrm>
            <a:off x="1466111" y="2154117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29DDDA-DE8B-7F8E-99FB-353940220B5E}"/>
              </a:ext>
            </a:extLst>
          </p:cNvPr>
          <p:cNvSpPr/>
          <p:nvPr/>
        </p:nvSpPr>
        <p:spPr>
          <a:xfrm>
            <a:off x="986175" y="35822"/>
            <a:ext cx="1042663" cy="285136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8AAF6BC-AFFB-240A-65F4-05088FDFF5F7}"/>
              </a:ext>
            </a:extLst>
          </p:cNvPr>
          <p:cNvSpPr/>
          <p:nvPr/>
        </p:nvSpPr>
        <p:spPr>
          <a:xfrm>
            <a:off x="1412971" y="218400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908455-FB21-5006-1A99-7D67EDEBBDC0}"/>
              </a:ext>
            </a:extLst>
          </p:cNvPr>
          <p:cNvSpPr/>
          <p:nvPr/>
        </p:nvSpPr>
        <p:spPr>
          <a:xfrm>
            <a:off x="2051699" y="35822"/>
            <a:ext cx="668589" cy="285136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9F9D38-B04D-2E2D-6D35-E06EEED25EED}"/>
              </a:ext>
            </a:extLst>
          </p:cNvPr>
          <p:cNvSpPr/>
          <p:nvPr/>
        </p:nvSpPr>
        <p:spPr>
          <a:xfrm>
            <a:off x="3051284" y="35822"/>
            <a:ext cx="335882" cy="285136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EBBEB7-8A25-2228-1E02-EF70D03221A6}"/>
              </a:ext>
            </a:extLst>
          </p:cNvPr>
          <p:cNvSpPr/>
          <p:nvPr/>
        </p:nvSpPr>
        <p:spPr>
          <a:xfrm>
            <a:off x="3618307" y="828958"/>
            <a:ext cx="334865" cy="285136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345078-269C-4A7F-34F1-EB7FF6E4EE7E}"/>
              </a:ext>
            </a:extLst>
          </p:cNvPr>
          <p:cNvSpPr/>
          <p:nvPr/>
        </p:nvSpPr>
        <p:spPr>
          <a:xfrm>
            <a:off x="2224128" y="218400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7C20F7-C0AF-2BC8-8E91-A833D6D79E10}"/>
              </a:ext>
            </a:extLst>
          </p:cNvPr>
          <p:cNvSpPr/>
          <p:nvPr/>
        </p:nvSpPr>
        <p:spPr>
          <a:xfrm>
            <a:off x="2973870" y="218400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B38199-8A75-957D-B52B-F5639898BFE4}"/>
              </a:ext>
            </a:extLst>
          </p:cNvPr>
          <p:cNvSpPr/>
          <p:nvPr/>
        </p:nvSpPr>
        <p:spPr>
          <a:xfrm>
            <a:off x="3801269" y="1001523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049BFF-EFA9-9307-8470-48A907D118A7}"/>
              </a:ext>
            </a:extLst>
          </p:cNvPr>
          <p:cNvSpPr/>
          <p:nvPr/>
        </p:nvSpPr>
        <p:spPr>
          <a:xfrm>
            <a:off x="768422" y="1203143"/>
            <a:ext cx="229949" cy="187653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9FA68D-CDEA-672F-FCD0-1A39C097669D}"/>
              </a:ext>
            </a:extLst>
          </p:cNvPr>
          <p:cNvSpPr/>
          <p:nvPr/>
        </p:nvSpPr>
        <p:spPr>
          <a:xfrm>
            <a:off x="8708318" y="35822"/>
            <a:ext cx="472982" cy="28513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36BAC5-F5B5-C108-4B17-CEDA1982184D}"/>
              </a:ext>
            </a:extLst>
          </p:cNvPr>
          <p:cNvSpPr/>
          <p:nvPr/>
        </p:nvSpPr>
        <p:spPr>
          <a:xfrm>
            <a:off x="10184131" y="35822"/>
            <a:ext cx="313518" cy="28513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7684E3-BBC7-ABC0-83DB-E69F7BB1413C}"/>
              </a:ext>
            </a:extLst>
          </p:cNvPr>
          <p:cNvSpPr/>
          <p:nvPr/>
        </p:nvSpPr>
        <p:spPr>
          <a:xfrm>
            <a:off x="9212928" y="35822"/>
            <a:ext cx="948342" cy="28513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B7AF2D-73C6-13FC-6853-485CC294C6EB}"/>
              </a:ext>
            </a:extLst>
          </p:cNvPr>
          <p:cNvSpPr/>
          <p:nvPr/>
        </p:nvSpPr>
        <p:spPr>
          <a:xfrm>
            <a:off x="28959" y="35822"/>
            <a:ext cx="903892" cy="285136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5312FC6-4202-25AB-8D75-6D2195F75D30}"/>
              </a:ext>
            </a:extLst>
          </p:cNvPr>
          <p:cNvSpPr/>
          <p:nvPr/>
        </p:nvSpPr>
        <p:spPr>
          <a:xfrm>
            <a:off x="255077" y="208456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40E926-34D3-ECBD-E830-69DBFE736805}"/>
              </a:ext>
            </a:extLst>
          </p:cNvPr>
          <p:cNvSpPr/>
          <p:nvPr/>
        </p:nvSpPr>
        <p:spPr>
          <a:xfrm>
            <a:off x="1343439" y="2084042"/>
            <a:ext cx="229949" cy="187653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528BD0-D483-A1AE-E463-7FF57F5A4553}"/>
              </a:ext>
            </a:extLst>
          </p:cNvPr>
          <p:cNvSpPr/>
          <p:nvPr/>
        </p:nvSpPr>
        <p:spPr>
          <a:xfrm>
            <a:off x="10519117" y="35822"/>
            <a:ext cx="328723" cy="28513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5483C54-35FA-2FDB-B38F-04EA940365FB}"/>
              </a:ext>
            </a:extLst>
          </p:cNvPr>
          <p:cNvSpPr/>
          <p:nvPr/>
        </p:nvSpPr>
        <p:spPr>
          <a:xfrm>
            <a:off x="9543924" y="218400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8D0185-6E1D-B6C5-3EEB-5790DED8BF95}"/>
              </a:ext>
            </a:extLst>
          </p:cNvPr>
          <p:cNvSpPr/>
          <p:nvPr/>
        </p:nvSpPr>
        <p:spPr>
          <a:xfrm>
            <a:off x="10361987" y="217986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DFCC843-AB82-627B-F677-CB4FE86DE2CC}"/>
              </a:ext>
            </a:extLst>
          </p:cNvPr>
          <p:cNvSpPr/>
          <p:nvPr/>
        </p:nvSpPr>
        <p:spPr>
          <a:xfrm>
            <a:off x="8798725" y="208456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05F25FF-B3D4-97F1-A9BC-3E7E3AE49143}"/>
              </a:ext>
            </a:extLst>
          </p:cNvPr>
          <p:cNvSpPr/>
          <p:nvPr/>
        </p:nvSpPr>
        <p:spPr>
          <a:xfrm>
            <a:off x="10772762" y="217986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B262BF-1409-7323-9666-A59470952FF6}"/>
              </a:ext>
            </a:extLst>
          </p:cNvPr>
          <p:cNvSpPr/>
          <p:nvPr/>
        </p:nvSpPr>
        <p:spPr>
          <a:xfrm>
            <a:off x="7025256" y="924179"/>
            <a:ext cx="2187466" cy="26660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F0E76DF-9D91-5AC7-7C1C-5AC2574DAB1D}"/>
              </a:ext>
            </a:extLst>
          </p:cNvPr>
          <p:cNvSpPr/>
          <p:nvPr/>
        </p:nvSpPr>
        <p:spPr>
          <a:xfrm>
            <a:off x="9059279" y="1000142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3EF763-4BC5-37E3-4394-D0B995FE8855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5865011" y="747842"/>
            <a:ext cx="1683638" cy="1092821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0B77BC1-7C12-88D3-C748-923F86FA1931}"/>
              </a:ext>
            </a:extLst>
          </p:cNvPr>
          <p:cNvSpPr/>
          <p:nvPr/>
        </p:nvSpPr>
        <p:spPr>
          <a:xfrm>
            <a:off x="5367372" y="42938"/>
            <a:ext cx="1436551" cy="27802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E426B4-D955-37AC-EB8F-C7B1A8B16C47}"/>
              </a:ext>
            </a:extLst>
          </p:cNvPr>
          <p:cNvSpPr/>
          <p:nvPr/>
        </p:nvSpPr>
        <p:spPr>
          <a:xfrm>
            <a:off x="6677169" y="218400"/>
            <a:ext cx="285136" cy="2851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AD0C9A-D5DE-196B-5C1B-AE1D51571028}"/>
              </a:ext>
            </a:extLst>
          </p:cNvPr>
          <p:cNvSpPr txBox="1"/>
          <p:nvPr/>
        </p:nvSpPr>
        <p:spPr>
          <a:xfrm rot="16200000">
            <a:off x="-356185" y="6007511"/>
            <a:ext cx="116055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b="1" i="1" dirty="0"/>
              <a:t>Quick Guide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3373F1-A2EF-A270-84EF-5547F2C5BE58}"/>
              </a:ext>
            </a:extLst>
          </p:cNvPr>
          <p:cNvSpPr/>
          <p:nvPr/>
        </p:nvSpPr>
        <p:spPr>
          <a:xfrm>
            <a:off x="3604783" y="1420014"/>
            <a:ext cx="334865" cy="218036"/>
          </a:xfrm>
          <a:prstGeom prst="rect">
            <a:avLst/>
          </a:prstGeom>
          <a:noFill/>
          <a:ln w="95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547EB25-5DB8-40B5-CC73-3BC7D9CCFEAB}"/>
              </a:ext>
            </a:extLst>
          </p:cNvPr>
          <p:cNvSpPr/>
          <p:nvPr/>
        </p:nvSpPr>
        <p:spPr>
          <a:xfrm>
            <a:off x="3795299" y="1544519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E9C5C8-C64B-80EB-44A9-5A4584162BC4}"/>
              </a:ext>
            </a:extLst>
          </p:cNvPr>
          <p:cNvSpPr/>
          <p:nvPr/>
        </p:nvSpPr>
        <p:spPr>
          <a:xfrm>
            <a:off x="875199" y="1254927"/>
            <a:ext cx="285136" cy="28513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6717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Ryan</dc:creator>
  <cp:lastModifiedBy>TAN Ryan</cp:lastModifiedBy>
  <cp:revision>29</cp:revision>
  <dcterms:created xsi:type="dcterms:W3CDTF">2025-12-05T09:49:07Z</dcterms:created>
  <dcterms:modified xsi:type="dcterms:W3CDTF">2026-09-23T08:55:18Z</dcterms:modified>
</cp:coreProperties>
</file>